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6A6"/>
    <a:srgbClr val="52616B"/>
    <a:srgbClr val="081B33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48793-9B13-7850-8419-C5BCE2720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6653F-E4CD-CCF8-0DDE-B9B3B2C9B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FFF4C-0A76-7EAD-CC07-740E33E2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65C8-B725-EC20-0DE9-7095D6D0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DD61F-3E66-FBE4-FF33-5351DC8C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8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C9F8-F207-EF36-8682-AE9C785D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49515-83A9-ACFF-19A5-4D169EFA6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986DC-77E0-594C-D390-877D2495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5D18-B4DB-28EA-5881-5F1548BD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A59AD-9077-68B8-EC93-2B90BEAD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35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BE8B-CE9E-497D-8DD5-FD4C47BE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F272A-1F7C-F426-E99F-4AC840E6C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8802D-8244-0E5E-817C-98938948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4EFAB-6F76-8930-D679-C8537119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97721-3051-0536-3799-626B2F2E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83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FB62-BFD2-B256-0A7A-5B5F45D1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13B7-3D03-BEDB-5D10-61704A25D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B6700-6C93-45E4-BBEB-AC9D83BF8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0C691-22C1-9025-8D07-F6C3DA13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75DB4-BC80-0E42-C8E0-15928590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E6E7D-445C-40FD-29B6-412DD93E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7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EE4A-384A-60A5-B34F-92903529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DF72A-0862-19C4-99B8-03053ACF7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4B1F7-0D16-8A66-A0EB-E9B29A71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2FA633-3AF4-7AC1-388B-99EECB8C2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E4C9F8-05B4-F65C-E1B2-77CC02C43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A9E99E-61A8-B4FC-7E52-E181A1B4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9BC18-4231-3B8A-28EF-F9B2AFE0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ABB2F-3779-7C29-FA09-7CB3178C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3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5142-8B41-E2D8-7281-D5E4F50E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FE7B2-5F89-C62C-5CCF-E82D75A1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B98F2-B7D7-62CF-2688-EC57A195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236DA-D7E0-30F9-D1E3-EBC5888F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7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4D8B6-0589-B6DB-E2BE-1ABA1194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90A5B-BB94-EB29-61DF-ACC756D5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B43AD-7BC0-7117-6BAC-4DD4BD7C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8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A631-48A3-A305-8F20-66CA45D5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CAD1-7E19-DA7E-E46B-EAFA53DAE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C33C4-4CE6-1CF1-E13D-BDA23F722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239E6-7828-65E4-35C6-E4F5DCC4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4A989-7389-F15B-B70D-DBBE1298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42D10-2629-3D9F-AF04-B1C3AB9D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2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9B75-FD32-1717-C95B-6963D5F8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8865BE-481F-5C1A-7BDF-C425AA4EC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B1FFA-102B-49E4-E30C-03B8DB824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C70F0-1D21-2D9A-DF0A-BD8EC4F2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FEBC5-70B2-E94F-7984-A10EF724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DA437-EE18-2ECE-9675-6C95696E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2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241A-3F2C-1E9E-C795-B10AEA1D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09BAE-61ED-A01C-5985-A88ABF200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AC89A-6048-98DB-7F42-689836D9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68C8F-8EB9-96C9-DB0E-4B19CAA6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A0FEE-0AA4-13CD-CF37-B0A28A8F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6B7852-0231-8CDE-D015-CC9A8BF38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EE9A3-7108-2517-D0F3-FD2FF9CD2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20880-61BB-5EDB-6422-21D011D3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BAAD-C0E5-506B-9F4E-CA4F7C908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2B2B9-DF7C-6287-E359-422A8AB6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2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D47C0-7FC4-577E-45E2-B794D7EA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1AA7-7F2B-7603-A25B-5AA29710B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1F7A-6E0C-75CD-B6EC-F50DF9A0B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EADBD-771B-4D57-B797-3BD9C81C8FF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2B71C-D487-A008-55F2-C98B731F5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A4E7B-5E38-9699-84DA-AA1565252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2CBC2-18BE-479C-A681-86D518D75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4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1B67A9-B9CC-B0A4-44B8-5852BEDF1E5B}"/>
              </a:ext>
            </a:extLst>
          </p:cNvPr>
          <p:cNvSpPr txBox="1"/>
          <p:nvPr/>
        </p:nvSpPr>
        <p:spPr>
          <a:xfrm>
            <a:off x="314324" y="228599"/>
            <a:ext cx="35718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solidFill>
                  <a:srgbClr val="081B3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TrialPulse</a:t>
            </a:r>
            <a:r>
              <a:rPr lang="en-US" sz="2600" dirty="0">
                <a:solidFill>
                  <a:srgbClr val="081B3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1F542-1634-D811-46B7-4D78380E189B}"/>
              </a:ext>
            </a:extLst>
          </p:cNvPr>
          <p:cNvSpPr txBox="1"/>
          <p:nvPr/>
        </p:nvSpPr>
        <p:spPr>
          <a:xfrm>
            <a:off x="428625" y="809625"/>
            <a:ext cx="7191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52616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public clinical trial registry data to executive decision support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7BF5AD-FD90-8D1E-E6C6-73DDE96BB1D4}"/>
              </a:ext>
            </a:extLst>
          </p:cNvPr>
          <p:cNvCxnSpPr>
            <a:cxnSpLocks/>
          </p:cNvCxnSpPr>
          <p:nvPr/>
        </p:nvCxnSpPr>
        <p:spPr>
          <a:xfrm>
            <a:off x="428625" y="1066800"/>
            <a:ext cx="4257675" cy="0"/>
          </a:xfrm>
          <a:prstGeom prst="line">
            <a:avLst/>
          </a:prstGeom>
          <a:ln w="9525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28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Kulkarni, Pushkar</dc:creator>
  <cp:lastModifiedBy>Kulkarni, Pushkar</cp:lastModifiedBy>
  <cp:revision>2</cp:revision>
  <dcterms:created xsi:type="dcterms:W3CDTF">2026-08-06T21:41:31Z</dcterms:created>
  <dcterms:modified xsi:type="dcterms:W3CDTF">2026-08-06T22:03:06Z</dcterms:modified>
</cp:coreProperties>
</file>